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4630400" cy="8229600"/>
  <p:notesSz cx="8229600" cy="14630400"/>
  <p:embeddedFontLst>
    <p:embeddedFont>
      <p:font typeface="Crimson Pro Semi Bold" panose="020B0604020202020204" charset="0"/>
      <p:regular r:id="rId14"/>
    </p:embeddedFont>
    <p:embeddedFont>
      <p:font typeface="Heebo" panose="020B0604020202020204" charset="-79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46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66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929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10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14339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LinkPro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50444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MERN Stack Professional Networking Platform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310098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A66C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Connect. Network. Grow.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775710"/>
            <a:ext cx="7556421" cy="1690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30436" y="4104442"/>
            <a:ext cx="3665934" cy="3223260"/>
          </a:xfrm>
          <a:prstGeom prst="roundRect">
            <a:avLst>
              <a:gd name="adj" fmla="val 1056"/>
            </a:avLst>
          </a:prstGeom>
          <a:solidFill>
            <a:srgbClr val="F5F9FF"/>
          </a:solidFill>
          <a:ln/>
        </p:spPr>
      </p:sp>
      <p:sp>
        <p:nvSpPr>
          <p:cNvPr id="10" name="Text 7"/>
          <p:cNvSpPr/>
          <p:nvPr/>
        </p:nvSpPr>
        <p:spPr>
          <a:xfrm>
            <a:off x="857250" y="43312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Team Members: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57250" y="4912400"/>
            <a:ext cx="3212306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Anand Yadav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– 22002501210066 – B66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Smit Dutt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– 22002501210008 – B09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Hardik Nakum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– 22002501210035 – B32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694039" y="43312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Project Guide: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694039" y="4912400"/>
            <a:ext cx="36636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Harsh Shah</a:t>
            </a:r>
            <a:endParaRPr lang="en-US" sz="1750" dirty="0"/>
          </a:p>
        </p:txBody>
      </p:sp>
      <p:sp>
        <p:nvSpPr>
          <p:cNvPr id="15" name="Text 0"/>
          <p:cNvSpPr/>
          <p:nvPr/>
        </p:nvSpPr>
        <p:spPr>
          <a:xfrm flipV="1">
            <a:off x="793790" y="767785"/>
            <a:ext cx="5094523" cy="595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0A66C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────────────────────────────────</a:t>
            </a:r>
            <a:endParaRPr lang="en-US" sz="1750" dirty="0"/>
          </a:p>
        </p:txBody>
      </p:sp>
      <p:sp>
        <p:nvSpPr>
          <p:cNvPr id="16" name="Text 0"/>
          <p:cNvSpPr/>
          <p:nvPr/>
        </p:nvSpPr>
        <p:spPr>
          <a:xfrm>
            <a:off x="5888313" y="940712"/>
            <a:ext cx="2679620" cy="493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0A66C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────────────────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56662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436" y="2436495"/>
            <a:ext cx="5211723" cy="3356610"/>
          </a:xfrm>
          <a:prstGeom prst="roundRect">
            <a:avLst>
              <a:gd name="adj" fmla="val 1014"/>
            </a:avLst>
          </a:prstGeom>
          <a:solidFill>
            <a:srgbClr val="E8F1FB"/>
          </a:solidFill>
          <a:ln/>
        </p:spPr>
      </p:sp>
      <p:sp>
        <p:nvSpPr>
          <p:cNvPr id="3" name="Text 1"/>
          <p:cNvSpPr/>
          <p:nvPr/>
        </p:nvSpPr>
        <p:spPr>
          <a:xfrm>
            <a:off x="857250" y="2663309"/>
            <a:ext cx="47580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1197412" y="3627239"/>
            <a:ext cx="441793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A66C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modern platform for connecting, communicating, and growing professionally.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57250" y="3627239"/>
            <a:ext cx="30480" cy="108870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6239828" y="2225305"/>
            <a:ext cx="7604284" cy="1460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Heebo" panose="020B0604020202020204" charset="-79"/>
                <a:cs typeface="Heebo" panose="020B0604020202020204" charset="-79"/>
              </a:rPr>
              <a:t>LinkPro is a modern professional networking web application built using the MERN Stack (MongoDB, Express.js, React.js, Node.js), designed to connect individuals, showcase skills, and enable meaningful career opportunities through an interactive digital platform.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chemeClr val="tx1">
                  <a:lumMod val="65000"/>
                  <a:lumOff val="35000"/>
                </a:schemeClr>
              </a:solidFill>
              <a:latin typeface="Heebo" panose="020B0604020202020204" charset="-79"/>
              <a:cs typeface="Heebo" panose="020B0604020202020204" charset="-79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39828" y="3751897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 allows users to create profiles, connect with other users, send and accept connection requests, and communicate through </a:t>
            </a:r>
            <a:r>
              <a:rPr lang="en-US" sz="1750" b="1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chat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239828" y="4500324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platform also supports post creation, likes, comments, and notifications to improve user engagement. It ensures </a:t>
            </a:r>
            <a:r>
              <a:rPr lang="en-US" sz="1750" b="1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secure authentication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using JWT and provides better performance using lazy loading.</a:t>
            </a:r>
            <a:endParaRPr lang="en-US" sz="1750" dirty="0"/>
          </a:p>
        </p:txBody>
      </p:sp>
      <p:sp>
        <p:nvSpPr>
          <p:cNvPr id="9" name="Oval 8"/>
          <p:cNvSpPr/>
          <p:nvPr/>
        </p:nvSpPr>
        <p:spPr>
          <a:xfrm>
            <a:off x="12726297" y="7616414"/>
            <a:ext cx="1904104" cy="61318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03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Core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12745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0A66C2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Secure</a:t>
            </a:r>
            <a:r>
              <a:rPr lang="en-US" sz="22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Build a secure, user-friendly professional networking platform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912745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0A66C2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Connect</a:t>
            </a:r>
            <a:r>
              <a:rPr lang="en-US" sz="22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Professionals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Enable users to connect and manage professional relationships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0A66C2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5036225"/>
            <a:ext cx="31592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Real-time</a:t>
            </a:r>
            <a:r>
              <a:rPr lang="en-US" sz="22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Communication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52664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Provide real-time communication using modern technologies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0A66C2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Share</a:t>
            </a:r>
            <a:r>
              <a:rPr lang="en-US" sz="22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&amp; </a:t>
            </a:r>
            <a:r>
              <a:rPr lang="en-US" sz="2200" b="1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Interact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526643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Allow users to share posts and interact with likes and comments</a:t>
            </a:r>
            <a:endParaRPr lang="en-US" sz="1750" dirty="0"/>
          </a:p>
        </p:txBody>
      </p:sp>
      <p:sp>
        <p:nvSpPr>
          <p:cNvPr id="15" name="Oval 14"/>
          <p:cNvSpPr/>
          <p:nvPr/>
        </p:nvSpPr>
        <p:spPr>
          <a:xfrm>
            <a:off x="12726297" y="7616414"/>
            <a:ext cx="1904104" cy="61318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57806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Features Breakdown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88883"/>
            <a:ext cx="3090505" cy="2456617"/>
          </a:xfrm>
          <a:prstGeom prst="roundRect">
            <a:avLst>
              <a:gd name="adj" fmla="val 1385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746177"/>
            <a:ext cx="257591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Authentication &amp; Security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590925"/>
            <a:ext cx="257591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registration, login, JWT, password hashing, protected routes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11109" y="2488883"/>
            <a:ext cx="3090624" cy="2456617"/>
          </a:xfrm>
          <a:prstGeom prst="roundRect">
            <a:avLst>
              <a:gd name="adj" fmla="val 1385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68403" y="2746177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User Profile Management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68403" y="3590925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Create/update profiles, upload pictures, view profiles, dashboard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488883"/>
            <a:ext cx="3090624" cy="2456617"/>
          </a:xfrm>
          <a:prstGeom prst="roundRect">
            <a:avLst>
              <a:gd name="adj" fmla="val 1385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5842" y="2746177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User Search &amp; Discovery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85842" y="3590925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Search by name/email, instant results, discover users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45986" y="2488883"/>
            <a:ext cx="3090624" cy="2456617"/>
          </a:xfrm>
          <a:prstGeom prst="roundRect">
            <a:avLst>
              <a:gd name="adj" fmla="val 1385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03280" y="2746177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Connection System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003280" y="3236595"/>
            <a:ext cx="257603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Send requests, accept/reject, view pending, manage connections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72313"/>
            <a:ext cx="6407944" cy="1730812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084" y="54296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Real-Time Chat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592002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One-to-one messaging, Socket.io, chat history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172313"/>
            <a:ext cx="6408063" cy="1730812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5842" y="54296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Notification System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85842" y="592002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alerts, message/connection/like/comment notifications</a:t>
            </a:r>
            <a:endParaRPr lang="en-US" sz="1750" dirty="0"/>
          </a:p>
        </p:txBody>
      </p:sp>
      <p:sp>
        <p:nvSpPr>
          <p:cNvPr id="21" name="Oval 20"/>
          <p:cNvSpPr/>
          <p:nvPr/>
        </p:nvSpPr>
        <p:spPr>
          <a:xfrm>
            <a:off x="12726297" y="7616414"/>
            <a:ext cx="1904104" cy="61318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7927"/>
            <a:ext cx="88014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Features Breakdown (Continued)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70334"/>
            <a:ext cx="3090505" cy="2456617"/>
          </a:xfrm>
          <a:prstGeom prst="roundRect">
            <a:avLst>
              <a:gd name="adj" fmla="val 1385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927628"/>
            <a:ext cx="2575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Post &amp; Feed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418046"/>
            <a:ext cx="257591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posts (text/image), view dynamic feed, edit/delete posts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11109" y="2670334"/>
            <a:ext cx="3090624" cy="2456617"/>
          </a:xfrm>
          <a:prstGeom prst="roundRect">
            <a:avLst>
              <a:gd name="adj" fmla="val 1385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68403" y="2927628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Engagement 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68403" y="3772376"/>
            <a:ext cx="25760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Like posts, comment on posts, view interactions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670334"/>
            <a:ext cx="3090624" cy="2456617"/>
          </a:xfrm>
          <a:prstGeom prst="roundRect">
            <a:avLst>
              <a:gd name="adj" fmla="val 1385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5842" y="2927628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Email Functionality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85842" y="3418046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Welcome emails, password reset emails, notifications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45986" y="2670334"/>
            <a:ext cx="3090624" cy="2456617"/>
          </a:xfrm>
          <a:prstGeom prst="roundRect">
            <a:avLst>
              <a:gd name="adj" fmla="val 1385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03280" y="2927628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Performance Optimization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003280" y="3772376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Lazy loading, faster rendering, optimized API calls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353764"/>
            <a:ext cx="13042821" cy="1367909"/>
          </a:xfrm>
          <a:prstGeom prst="roundRect">
            <a:avLst>
              <a:gd name="adj" fmla="val 2487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084" y="5611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Database &amp; Backend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6101477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MongoDB collections, RESTful APIs, middleware &amp; error handling</a:t>
            </a:r>
            <a:endParaRPr lang="en-US" sz="1750" dirty="0"/>
          </a:p>
        </p:txBody>
      </p:sp>
      <p:sp>
        <p:nvSpPr>
          <p:cNvPr id="18" name="Oval 17"/>
          <p:cNvSpPr/>
          <p:nvPr/>
        </p:nvSpPr>
        <p:spPr>
          <a:xfrm>
            <a:off x="12726297" y="7616414"/>
            <a:ext cx="1904104" cy="61318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12719" y="646033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4250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Aim of LinkPro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600908" y="1630799"/>
            <a:ext cx="6606302" cy="4919543"/>
          </a:xfrm>
          <a:prstGeom prst="roundRect">
            <a:avLst>
              <a:gd name="adj" fmla="val 659"/>
            </a:avLst>
          </a:prstGeom>
          <a:solidFill>
            <a:srgbClr val="EEF3F8"/>
          </a:solidFill>
          <a:ln/>
        </p:spPr>
      </p:sp>
      <p:sp>
        <p:nvSpPr>
          <p:cNvPr id="4" name="Shape 2"/>
          <p:cNvSpPr/>
          <p:nvPr/>
        </p:nvSpPr>
        <p:spPr>
          <a:xfrm>
            <a:off x="817007" y="1862614"/>
            <a:ext cx="6174105" cy="4455914"/>
          </a:xfrm>
          <a:prstGeom prst="roundRect">
            <a:avLst>
              <a:gd name="adj" fmla="val 728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105" y="2145149"/>
            <a:ext cx="337780" cy="2701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86984" y="212252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Current Challenges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586984" y="2666286"/>
            <a:ext cx="5188029" cy="3472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Limited access to quality job opportunities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Weak professional networking (especially in tier-2 &amp; tier-3 cities)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Long and inefficient recruitment process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Difficulty in reaching decision-makers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of multiple platforms → scattered profiles &amp; wasted time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subscription costs for premium services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Geographical barriers in networking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30810" y="1630799"/>
            <a:ext cx="6606302" cy="4919543"/>
          </a:xfrm>
          <a:prstGeom prst="roundRect">
            <a:avLst>
              <a:gd name="adj" fmla="val 659"/>
            </a:avLst>
          </a:prstGeom>
          <a:solidFill>
            <a:srgbClr val="EEF3F8"/>
          </a:solidFill>
          <a:ln/>
        </p:spPr>
      </p:sp>
      <p:sp>
        <p:nvSpPr>
          <p:cNvPr id="9" name="Shape 6"/>
          <p:cNvSpPr/>
          <p:nvPr/>
        </p:nvSpPr>
        <p:spPr>
          <a:xfrm>
            <a:off x="7646908" y="1862614"/>
            <a:ext cx="6174105" cy="4118134"/>
          </a:xfrm>
          <a:prstGeom prst="roundRect">
            <a:avLst>
              <a:gd name="adj" fmla="val 787"/>
            </a:avLst>
          </a:prstGeom>
          <a:solidFill>
            <a:srgbClr val="B6FCB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007" y="2145149"/>
            <a:ext cx="337780" cy="27015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6885" y="212252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Aim / Solution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8416885" y="2666286"/>
            <a:ext cx="5188029" cy="313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Provide a </a:t>
            </a:r>
            <a:r>
              <a:rPr lang="en-US" sz="1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Unified Platform</a:t>
            </a: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networking and jobs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Simplify profile management and job applications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Enable </a:t>
            </a:r>
            <a:r>
              <a:rPr lang="en-US" sz="1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</a:t>
            </a: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professional networking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 accessibility using modern technology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Connect job seekers and recruiters efficiently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Provide relevant opportunities based on skills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Support </a:t>
            </a:r>
            <a:r>
              <a:rPr lang="en-US" sz="17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Career Growth</a:t>
            </a:r>
            <a:r>
              <a:rPr lang="en-US" sz="1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development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080849" y="7013972"/>
            <a:ext cx="1279290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0A66C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"LinkPro aims to simplify professional networking and make career opportunities more accessible and efficient."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56642" y="6782157"/>
            <a:ext cx="30480" cy="80141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5" name="Oval 14"/>
          <p:cNvSpPr/>
          <p:nvPr/>
        </p:nvSpPr>
        <p:spPr>
          <a:xfrm>
            <a:off x="12726297" y="7616414"/>
            <a:ext cx="1904104" cy="61318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12288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91251"/>
            <a:ext cx="6407944" cy="2191345"/>
          </a:xfrm>
          <a:prstGeom prst="roundRect">
            <a:avLst>
              <a:gd name="adj" fmla="val 1553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6180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108484"/>
            <a:ext cx="59543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React.js for component-based UI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HTML &amp; CSS with Tailwind styling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Responsive design framework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391251"/>
            <a:ext cx="6408063" cy="2191345"/>
          </a:xfrm>
          <a:prstGeom prst="roundRect">
            <a:avLst>
              <a:gd name="adj" fmla="val 1553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26180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108484"/>
            <a:ext cx="595443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Node.js runtime environment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Express.js for API endpoints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RESTful architecture design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2191345"/>
          </a:xfrm>
          <a:prstGeom prst="roundRect">
            <a:avLst>
              <a:gd name="adj" fmla="val 1553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526643"/>
            <a:ext cx="59543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MongoDB for data storage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NoSQL document structure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Flexible schema design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2191345"/>
          </a:xfrm>
          <a:prstGeom prst="roundRect">
            <a:avLst>
              <a:gd name="adj" fmla="val 1553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Real-Time Tools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526643"/>
            <a:ext cx="595443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Socket.io for chat system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JWT for secure tokens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Nodemailer for emails</a:t>
            </a:r>
            <a:endParaRPr lang="en-US" sz="1750" dirty="0"/>
          </a:p>
        </p:txBody>
      </p:sp>
      <p:sp>
        <p:nvSpPr>
          <p:cNvPr id="15" name="Oval 14"/>
          <p:cNvSpPr/>
          <p:nvPr/>
        </p:nvSpPr>
        <p:spPr>
          <a:xfrm>
            <a:off x="12726297" y="7616414"/>
            <a:ext cx="1904104" cy="61318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68428" y="685086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Database Collections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797368"/>
            <a:ext cx="130923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00"/>
              </a:lnSpc>
            </a:pPr>
            <a:r>
              <a:rPr lang="en-US" sz="1700" dirty="0" smtClean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overview of the core data collections that drive the functionality of the LinkPro platform.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9025" y="2382917"/>
            <a:ext cx="3113484" cy="2820472"/>
          </a:xfrm>
          <a:prstGeom prst="roundRect">
            <a:avLst>
              <a:gd name="adj" fmla="val 1169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88695" y="2602587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0A66C2"/>
          </a:solidFill>
          <a:ln/>
        </p:spPr>
      </p:sp>
      <p:sp>
        <p:nvSpPr>
          <p:cNvPr id="7" name="Text 4"/>
          <p:cNvSpPr/>
          <p:nvPr/>
        </p:nvSpPr>
        <p:spPr>
          <a:xfrm>
            <a:off x="988695" y="3474482"/>
            <a:ext cx="267414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Users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88695" y="3945374"/>
            <a:ext cx="2674144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profiles, credentials, authentication data, and personal information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095274" y="2382917"/>
            <a:ext cx="3113484" cy="2820472"/>
          </a:xfrm>
          <a:prstGeom prst="roundRect">
            <a:avLst>
              <a:gd name="adj" fmla="val 1169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4314944" y="2602587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0A66C2"/>
          </a:solidFill>
          <a:ln/>
        </p:spPr>
      </p:sp>
      <p:sp>
        <p:nvSpPr>
          <p:cNvPr id="12" name="Text 8"/>
          <p:cNvSpPr/>
          <p:nvPr/>
        </p:nvSpPr>
        <p:spPr>
          <a:xfrm>
            <a:off x="4314944" y="3474482"/>
            <a:ext cx="267414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Posts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4314944" y="3945374"/>
            <a:ext cx="2674144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Content posts, images, text, timestamps, and engagement metrics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421523" y="2382917"/>
            <a:ext cx="3113484" cy="2820472"/>
          </a:xfrm>
          <a:prstGeom prst="roundRect">
            <a:avLst>
              <a:gd name="adj" fmla="val 1169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641193" y="2602587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0A66C2"/>
          </a:solidFill>
          <a:ln/>
        </p:spPr>
      </p:sp>
      <p:sp>
        <p:nvSpPr>
          <p:cNvPr id="17" name="Text 12"/>
          <p:cNvSpPr/>
          <p:nvPr/>
        </p:nvSpPr>
        <p:spPr>
          <a:xfrm>
            <a:off x="7641193" y="3474482"/>
            <a:ext cx="267414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Messages</a:t>
            </a:r>
            <a:endParaRPr lang="en-US" sz="2150" dirty="0"/>
          </a:p>
        </p:txBody>
      </p:sp>
      <p:sp>
        <p:nvSpPr>
          <p:cNvPr id="18" name="Text 13"/>
          <p:cNvSpPr/>
          <p:nvPr/>
        </p:nvSpPr>
        <p:spPr>
          <a:xfrm>
            <a:off x="7641193" y="3945374"/>
            <a:ext cx="2674144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Chat conversations, timestamps, read status, and message content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10747772" y="2382917"/>
            <a:ext cx="3113603" cy="2820472"/>
          </a:xfrm>
          <a:prstGeom prst="roundRect">
            <a:avLst>
              <a:gd name="adj" fmla="val 1169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10967442" y="2602587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0A66C2"/>
          </a:solidFill>
          <a:ln/>
        </p:spPr>
      </p:sp>
      <p:sp>
        <p:nvSpPr>
          <p:cNvPr id="22" name="Text 16"/>
          <p:cNvSpPr/>
          <p:nvPr/>
        </p:nvSpPr>
        <p:spPr>
          <a:xfrm>
            <a:off x="10967442" y="3474482"/>
            <a:ext cx="267426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Connections</a:t>
            </a:r>
            <a:endParaRPr lang="en-US" sz="2150" dirty="0"/>
          </a:p>
        </p:txBody>
      </p:sp>
      <p:sp>
        <p:nvSpPr>
          <p:cNvPr id="23" name="Text 17"/>
          <p:cNvSpPr/>
          <p:nvPr/>
        </p:nvSpPr>
        <p:spPr>
          <a:xfrm>
            <a:off x="10967442" y="3945374"/>
            <a:ext cx="267426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Friend relationships, request status, and connection timestamps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769025" y="5416153"/>
            <a:ext cx="13092351" cy="2128242"/>
          </a:xfrm>
          <a:prstGeom prst="roundRect">
            <a:avLst>
              <a:gd name="adj" fmla="val 1549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988695" y="5635823"/>
            <a:ext cx="659130" cy="659130"/>
          </a:xfrm>
          <a:prstGeom prst="roundRect">
            <a:avLst>
              <a:gd name="adj" fmla="val 13871445"/>
            </a:avLst>
          </a:prstGeom>
          <a:solidFill>
            <a:srgbClr val="0A66C2"/>
          </a:solidFill>
          <a:ln/>
        </p:spPr>
      </p:sp>
      <p:sp>
        <p:nvSpPr>
          <p:cNvPr id="27" name="Text 20"/>
          <p:cNvSpPr/>
          <p:nvPr/>
        </p:nvSpPr>
        <p:spPr>
          <a:xfrm>
            <a:off x="988695" y="650771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Notifications</a:t>
            </a:r>
            <a:endParaRPr lang="en-US" sz="2150" dirty="0"/>
          </a:p>
        </p:txBody>
      </p:sp>
      <p:sp>
        <p:nvSpPr>
          <p:cNvPr id="28" name="Text 21"/>
          <p:cNvSpPr/>
          <p:nvPr/>
        </p:nvSpPr>
        <p:spPr>
          <a:xfrm>
            <a:off x="988695" y="6978610"/>
            <a:ext cx="1265301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Alert messages, types, read status, and user notification tracking</a:t>
            </a:r>
            <a:endParaRPr lang="en-US" sz="1700" dirty="0"/>
          </a:p>
        </p:txBody>
      </p:sp>
      <p:sp>
        <p:nvSpPr>
          <p:cNvPr id="29" name="AutoShape 2" descr="Image search resul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30" name="AutoShape 4" descr="Image search resul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202" y="2712700"/>
            <a:ext cx="342291" cy="437934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135" y="2713682"/>
            <a:ext cx="440987" cy="44098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9650" y="2664930"/>
            <a:ext cx="522216" cy="522216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312" y="2691756"/>
            <a:ext cx="495390" cy="49539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673" y="5696184"/>
            <a:ext cx="489348" cy="489348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12726297" y="7616414"/>
            <a:ext cx="1904104" cy="61318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10589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Team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134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Meet the team behind the development of LinkPro, where each member contributed to building a scalable and efficient professional networking platform.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42467"/>
            <a:ext cx="4196358" cy="362819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51198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0A66C2"/>
          </a:solidFill>
          <a:ln/>
        </p:spPr>
      </p:sp>
      <p:sp>
        <p:nvSpPr>
          <p:cNvPr id="6" name="Shape 4"/>
          <p:cNvSpPr/>
          <p:nvPr/>
        </p:nvSpPr>
        <p:spPr>
          <a:xfrm>
            <a:off x="2551688" y="320230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A66C2"/>
          </a:solidFill>
          <a:ln/>
        </p:spPr>
      </p:sp>
      <p:sp>
        <p:nvSpPr>
          <p:cNvPr id="8" name="Text 5"/>
          <p:cNvSpPr/>
          <p:nvPr/>
        </p:nvSpPr>
        <p:spPr>
          <a:xfrm>
            <a:off x="1051084" y="41094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2226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Anand Yadav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4599861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A66C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Role: Backend Developer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51084" y="509885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Contribution: Developed server-side logic, APIs, database integration, and authentication system.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16962" y="3542467"/>
            <a:ext cx="4196358" cy="362819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5216962" y="351198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0A66C2"/>
          </a:solidFill>
          <a:ln/>
        </p:spPr>
      </p:sp>
      <p:sp>
        <p:nvSpPr>
          <p:cNvPr id="13" name="Shape 10"/>
          <p:cNvSpPr/>
          <p:nvPr/>
        </p:nvSpPr>
        <p:spPr>
          <a:xfrm>
            <a:off x="6974860" y="320230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A66C2"/>
          </a:solidFill>
          <a:ln/>
        </p:spPr>
      </p:sp>
      <p:sp>
        <p:nvSpPr>
          <p:cNvPr id="15" name="Text 11"/>
          <p:cNvSpPr/>
          <p:nvPr/>
        </p:nvSpPr>
        <p:spPr>
          <a:xfrm>
            <a:off x="5474256" y="41094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2226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Smit Dutt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5474256" y="4599861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A66C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Role: Frontend Developer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5474256" y="5098852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Contribution: Designed and implemented responsive UI using React, ensuring smooth user experience.</a:t>
            </a:r>
            <a:endParaRPr lang="en-US" sz="1750" dirty="0"/>
          </a:p>
        </p:txBody>
      </p:sp>
      <p:sp>
        <p:nvSpPr>
          <p:cNvPr id="18" name="Shape 14"/>
          <p:cNvSpPr/>
          <p:nvPr/>
        </p:nvSpPr>
        <p:spPr>
          <a:xfrm>
            <a:off x="9640133" y="3542467"/>
            <a:ext cx="4196358" cy="362819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9640133" y="3511987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0A66C2"/>
          </a:solidFill>
          <a:ln/>
        </p:spPr>
      </p:sp>
      <p:sp>
        <p:nvSpPr>
          <p:cNvPr id="20" name="Shape 16"/>
          <p:cNvSpPr/>
          <p:nvPr/>
        </p:nvSpPr>
        <p:spPr>
          <a:xfrm>
            <a:off x="11398032" y="320230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A66C2"/>
          </a:solidFill>
          <a:ln/>
        </p:spPr>
      </p:sp>
      <p:sp>
        <p:nvSpPr>
          <p:cNvPr id="22" name="Text 17"/>
          <p:cNvSpPr/>
          <p:nvPr/>
        </p:nvSpPr>
        <p:spPr>
          <a:xfrm>
            <a:off x="9897427" y="41094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2226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Hardik Nakum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9897427" y="4599861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A66C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Role: Documentation, PPT, API Testing</a:t>
            </a:r>
            <a:endParaRPr lang="en-US" sz="1750" dirty="0"/>
          </a:p>
        </p:txBody>
      </p:sp>
      <p:sp>
        <p:nvSpPr>
          <p:cNvPr id="24" name="Text 19"/>
          <p:cNvSpPr/>
          <p:nvPr/>
        </p:nvSpPr>
        <p:spPr>
          <a:xfrm>
            <a:off x="9897427" y="5461754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Contribution: Prepared project documentation, designed presentation, and tested APIs for functionality and performance.</a:t>
            </a:r>
            <a:endParaRPr lang="en-US" sz="175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265" y="3322998"/>
            <a:ext cx="438938" cy="43893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001" y="3308643"/>
            <a:ext cx="468159" cy="46815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1415" y="3322998"/>
            <a:ext cx="473675" cy="473675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12726297" y="7616414"/>
            <a:ext cx="1904104" cy="61318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125265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670215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 smtClean="0">
                <a:solidFill>
                  <a:srgbClr val="0A66C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“To conclude, LinkPro makes networking, communication, and content sharing simple and efficient.”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15064"/>
            <a:ext cx="30480" cy="873204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543419"/>
            <a:ext cx="3090505" cy="1966198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3543419"/>
            <a:ext cx="121920" cy="1966198"/>
          </a:xfrm>
          <a:prstGeom prst="roundRect">
            <a:avLst>
              <a:gd name="adj" fmla="val 27907"/>
            </a:avLst>
          </a:prstGeom>
          <a:solidFill>
            <a:srgbClr val="0A66C2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3800713"/>
            <a:ext cx="248447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LinkPro successfully demonstrates a modern professional networking platform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111109" y="3543419"/>
            <a:ext cx="3090624" cy="1966198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0629" y="3543419"/>
            <a:ext cx="121920" cy="1966198"/>
          </a:xfrm>
          <a:prstGeom prst="roundRect">
            <a:avLst>
              <a:gd name="adj" fmla="val 27907"/>
            </a:avLst>
          </a:prstGeom>
          <a:solidFill>
            <a:srgbClr val="0A66C2"/>
          </a:solidFill>
          <a:ln/>
        </p:spPr>
      </p:sp>
      <p:sp>
        <p:nvSpPr>
          <p:cNvPr id="10" name="Text 8"/>
          <p:cNvSpPr/>
          <p:nvPr/>
        </p:nvSpPr>
        <p:spPr>
          <a:xfrm>
            <a:off x="4459843" y="3800713"/>
            <a:ext cx="248459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Provides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communication and seamless user interaction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3543419"/>
            <a:ext cx="3090624" cy="1966198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98067" y="3543419"/>
            <a:ext cx="121920" cy="1966198"/>
          </a:xfrm>
          <a:prstGeom prst="roundRect">
            <a:avLst>
              <a:gd name="adj" fmla="val 27907"/>
            </a:avLst>
          </a:prstGeom>
          <a:solidFill>
            <a:srgbClr val="0A66C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7282" y="3800713"/>
            <a:ext cx="248459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Simplifies connection building and professional engagement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745986" y="3543419"/>
            <a:ext cx="3090624" cy="1966198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15506" y="3543419"/>
            <a:ext cx="121920" cy="1966198"/>
          </a:xfrm>
          <a:prstGeom prst="roundRect">
            <a:avLst>
              <a:gd name="adj" fmla="val 27907"/>
            </a:avLst>
          </a:prstGeom>
          <a:solidFill>
            <a:srgbClr val="0A66C2"/>
          </a:solidFill>
          <a:ln/>
        </p:spPr>
      </p:sp>
      <p:sp>
        <p:nvSpPr>
          <p:cNvPr id="16" name="Text 14"/>
          <p:cNvSpPr/>
          <p:nvPr/>
        </p:nvSpPr>
        <p:spPr>
          <a:xfrm>
            <a:off x="11094720" y="3800713"/>
            <a:ext cx="248459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Ensures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secure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efficient system using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MERN stack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technologies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736431"/>
            <a:ext cx="3090505" cy="1240393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0A66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310" y="5736431"/>
            <a:ext cx="121920" cy="1240393"/>
          </a:xfrm>
          <a:prstGeom prst="roundRect">
            <a:avLst>
              <a:gd name="adj" fmla="val 27907"/>
            </a:avLst>
          </a:prstGeom>
          <a:solidFill>
            <a:srgbClr val="0A66C2"/>
          </a:solidFill>
          <a:ln/>
        </p:spPr>
      </p:sp>
      <p:sp>
        <p:nvSpPr>
          <p:cNvPr id="19" name="Text 17"/>
          <p:cNvSpPr/>
          <p:nvPr/>
        </p:nvSpPr>
        <p:spPr>
          <a:xfrm>
            <a:off x="1142524" y="5993725"/>
            <a:ext cx="24844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Improves accessibility and user experience</a:t>
            </a:r>
            <a:endParaRPr lang="en-US" sz="1750" dirty="0"/>
          </a:p>
        </p:txBody>
      </p:sp>
      <p:sp>
        <p:nvSpPr>
          <p:cNvPr id="20" name="Oval 19"/>
          <p:cNvSpPr/>
          <p:nvPr/>
        </p:nvSpPr>
        <p:spPr>
          <a:xfrm>
            <a:off x="12726297" y="7616414"/>
            <a:ext cx="1904104" cy="61318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93790" y="1544002"/>
            <a:ext cx="13042821" cy="1690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649986" y="22128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A66C2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1133951" y="3261836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Thank you for your time and attention.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133951" y="3879890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 welcome your questions and feedback.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1872734"/>
            <a:ext cx="30480" cy="2625209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8" name="Text 5"/>
          <p:cNvSpPr/>
          <p:nvPr/>
        </p:nvSpPr>
        <p:spPr>
          <a:xfrm>
            <a:off x="793790" y="4753094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    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    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    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6459855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B3C3FF"/>
          </a:solidFill>
          <a:ln/>
        </p:spPr>
      </p:sp>
      <p:sp>
        <p:nvSpPr>
          <p:cNvPr id="11" name="Text 7"/>
          <p:cNvSpPr/>
          <p:nvPr/>
        </p:nvSpPr>
        <p:spPr>
          <a:xfrm>
            <a:off x="1530906" y="674334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D222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Team LinkPro</a:t>
            </a:r>
            <a:endParaRPr lang="en-US" sz="1750" dirty="0"/>
          </a:p>
        </p:txBody>
      </p:sp>
      <p:sp>
        <p:nvSpPr>
          <p:cNvPr id="12" name="Oval 11"/>
          <p:cNvSpPr/>
          <p:nvPr/>
        </p:nvSpPr>
        <p:spPr>
          <a:xfrm>
            <a:off x="12726297" y="7616414"/>
            <a:ext cx="1904104" cy="61318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95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754</Words>
  <Application>Microsoft Office PowerPoint</Application>
  <PresentationFormat>Custom</PresentationFormat>
  <Paragraphs>132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Crimson Pro Semi Bold</vt:lpstr>
      <vt:lpstr>Arial</vt:lpstr>
      <vt:lpstr>Heebo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13</cp:revision>
  <dcterms:created xsi:type="dcterms:W3CDTF">2026-04-14T16:21:08Z</dcterms:created>
  <dcterms:modified xsi:type="dcterms:W3CDTF">2026-04-17T06:49:23Z</dcterms:modified>
</cp:coreProperties>
</file>